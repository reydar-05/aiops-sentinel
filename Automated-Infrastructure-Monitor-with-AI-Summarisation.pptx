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arlow Bold" panose="00000800000000000000" pitchFamily="2" charset="-120"/>
      <p:bold r:id="rId13"/>
    </p:embeddedFont>
    <p:embeddedFont>
      <p:font typeface="Montserrat" panose="000005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574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137410"/>
            <a:ext cx="7627382" cy="21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Automated </a:t>
            </a:r>
            <a:r>
              <a:rPr lang="en-US" sz="4450" b="1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Infrastructure Monitor </a:t>
            </a: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with AI Summarisation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4600456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Transforming reactive alerts into instant, actionable insights — end-to-end in seconds.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58309" y="5537597"/>
            <a:ext cx="7627382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R. Nandhana (RA2311003010689) </a:t>
            </a:r>
            <a:endParaRPr lang="en-US" sz="135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Renu Gopu (RA2311003010713)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747951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Problem with Manual Monitoring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2498288"/>
            <a:ext cx="3705344" cy="1974652"/>
          </a:xfrm>
          <a:prstGeom prst="roundRect">
            <a:avLst>
              <a:gd name="adj" fmla="val 1645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8904" y="272248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Slow &amp; Reactive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68904" y="3208615"/>
            <a:ext cx="325695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Engineers respond after damage is done — never ahead of it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0166628" y="2498288"/>
            <a:ext cx="3705463" cy="1974652"/>
          </a:xfrm>
          <a:prstGeom prst="roundRect">
            <a:avLst>
              <a:gd name="adj" fmla="val 1645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90823" y="272248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 Root Cause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0823" y="3208615"/>
            <a:ext cx="325707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Alerts reveal </a:t>
            </a:r>
            <a:r>
              <a:rPr lang="en-US" sz="170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broke, not </a:t>
            </a:r>
            <a:r>
              <a:rPr lang="en-US" sz="170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manual debugging required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44709" y="4689515"/>
            <a:ext cx="7627382" cy="1627942"/>
          </a:xfrm>
          <a:prstGeom prst="roundRect">
            <a:avLst>
              <a:gd name="adj" fmla="val 1996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8904" y="491370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Costly Downtime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68904" y="5399842"/>
            <a:ext cx="717899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Delayed responses translate directly into service degradation and lost revenue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44709" y="6561177"/>
            <a:ext cx="7627382" cy="920472"/>
          </a:xfrm>
          <a:prstGeom prst="roundRect">
            <a:avLst>
              <a:gd name="adj" fmla="val 35307"/>
            </a:avLst>
          </a:prstGeom>
          <a:solidFill>
            <a:srgbClr val="BEDFF3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284" y="6893719"/>
            <a:ext cx="270748" cy="21657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48607" y="6831806"/>
            <a:ext cx="670691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gap:</a:t>
            </a: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Alerts show </a:t>
            </a:r>
            <a:r>
              <a:rPr lang="en-US" sz="1700" i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happened</a:t>
            </a: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not </a:t>
            </a:r>
            <a:r>
              <a:rPr lang="en-US" sz="1700" i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it happened</a:t>
            </a: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933" y="647819"/>
            <a:ext cx="8081605" cy="550783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498449" y="1928932"/>
            <a:ext cx="953095" cy="305753"/>
          </a:xfrm>
          <a:prstGeom prst="roundRect">
            <a:avLst>
              <a:gd name="adj" fmla="val 68423"/>
            </a:avLst>
          </a:prstGeom>
          <a:solidFill>
            <a:srgbClr val="D4E9F7"/>
          </a:solidFill>
          <a:ln/>
        </p:spPr>
      </p:sp>
      <p:sp>
        <p:nvSpPr>
          <p:cNvPr id="4" name="Text 1"/>
          <p:cNvSpPr/>
          <p:nvPr/>
        </p:nvSpPr>
        <p:spPr>
          <a:xfrm>
            <a:off x="9602986" y="1981200"/>
            <a:ext cx="744022" cy="201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9498449" y="2290763"/>
            <a:ext cx="4155400" cy="1720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AI-Powered Automated Monitoring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9498449" y="4151233"/>
            <a:ext cx="4155400" cy="754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fully automated pipeline that detects anomalies, analyses logs, and delivers root-cause insights — with zero human intervention.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983933" y="6471166"/>
            <a:ext cx="4127302" cy="1268254"/>
          </a:xfrm>
          <a:prstGeom prst="roundRect">
            <a:avLst>
              <a:gd name="adj" fmla="val 8652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073" y="6471166"/>
            <a:ext cx="91440" cy="126825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49680" y="6668333"/>
            <a:ext cx="2293858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Detect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249680" y="7039094"/>
            <a:ext cx="3664387" cy="50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anomaly detection across infrastructure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251490" y="6471166"/>
            <a:ext cx="4127302" cy="1268254"/>
          </a:xfrm>
          <a:prstGeom prst="roundRect">
            <a:avLst>
              <a:gd name="adj" fmla="val 8652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8630" y="6471166"/>
            <a:ext cx="91440" cy="126825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17237" y="6668333"/>
            <a:ext cx="2293858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Analyse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5517237" y="7039094"/>
            <a:ext cx="3664387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digests logs and alarm data instantly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9519047" y="6471166"/>
            <a:ext cx="4127302" cy="1268254"/>
          </a:xfrm>
          <a:prstGeom prst="roundRect">
            <a:avLst>
              <a:gd name="adj" fmla="val 8652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6187" y="6471166"/>
            <a:ext cx="91440" cy="126825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784794" y="6668333"/>
            <a:ext cx="2293858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Act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9784794" y="7039094"/>
            <a:ext cx="3664387" cy="50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Sends structured insights to your team in </a:t>
            </a:r>
            <a:r>
              <a:rPr lang="en-US" sz="13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~5–7 seconds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86552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Features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309" y="2132528"/>
            <a:ext cx="541615" cy="5416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2944892"/>
            <a:ext cx="374796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Real-Time Anomaly Detection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8309" y="3431024"/>
            <a:ext cx="419076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Continuously monitors infrastructure metrics and flags deviations the moment they occur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9819" y="2132528"/>
            <a:ext cx="541615" cy="5416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9819" y="2944892"/>
            <a:ext cx="286869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 Root Cause Analysis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19819" y="3431024"/>
            <a:ext cx="419076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Automatically identifies the underlying cause — no manual log-diving required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81329" y="2132528"/>
            <a:ext cx="541615" cy="5416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1329" y="2944892"/>
            <a:ext cx="293703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Slack Alert Automation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81329" y="3431024"/>
            <a:ext cx="419076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Rich, structured alerts delivered directly to your team's channel in seconds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8309" y="4904423"/>
            <a:ext cx="541615" cy="54161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8309" y="5716786"/>
            <a:ext cx="300323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Secure Log Sanitisation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58309" y="6202918"/>
            <a:ext cx="419076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Sensitive data stripped before AI processing — compliance-ready by design</a:t>
            </a:r>
            <a:endParaRPr lang="en-US" sz="17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19819" y="4904423"/>
            <a:ext cx="541615" cy="54161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19819" y="5716786"/>
            <a:ext cx="351627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Incident Storage &amp; Tracking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5219819" y="6202918"/>
            <a:ext cx="419076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incident logged in DynamoDB for audit trails and pattern analysis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4534" y="1182172"/>
            <a:ext cx="1677948" cy="302538"/>
          </a:xfrm>
          <a:prstGeom prst="roundRect">
            <a:avLst>
              <a:gd name="adj" fmla="val 68598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1138238" y="1233964"/>
            <a:ext cx="1470541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INTELLIGENCE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34534" y="1539835"/>
            <a:ext cx="5051227" cy="568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 Summarisation Engine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1034534" y="2246709"/>
            <a:ext cx="6069568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AI ingests raw logs and alarm data to produce a complete incident brief — replacing hours of manual debugging with instant clarity.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293852" y="3148489"/>
            <a:ext cx="581025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"Java heap exhaustion caused OutOfMemoryError — GC overhead exceeded 98% CPU threshold under peak load."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34534" y="3148489"/>
            <a:ext cx="22860" cy="497681"/>
          </a:xfrm>
          <a:prstGeom prst="rect">
            <a:avLst/>
          </a:prstGeom>
          <a:solidFill>
            <a:srgbClr val="75BAE6"/>
          </a:solidFill>
          <a:ln/>
        </p:spPr>
      </p:sp>
      <p:sp>
        <p:nvSpPr>
          <p:cNvPr id="8" name="Text 6"/>
          <p:cNvSpPr/>
          <p:nvPr/>
        </p:nvSpPr>
        <p:spPr>
          <a:xfrm>
            <a:off x="1034534" y="3801427"/>
            <a:ext cx="6069568" cy="198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258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replaces manual debugging with instant, structured insights.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533680" y="1182172"/>
            <a:ext cx="6069568" cy="1062633"/>
          </a:xfrm>
          <a:prstGeom prst="roundRect">
            <a:avLst>
              <a:gd name="adj" fmla="val 24413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56540" y="1205032"/>
            <a:ext cx="691753" cy="1016913"/>
          </a:xfrm>
          <a:prstGeom prst="roundRect">
            <a:avLst>
              <a:gd name="adj" fmla="val 33536"/>
            </a:avLst>
          </a:prstGeom>
          <a:solidFill>
            <a:srgbClr val="D4E9F7"/>
          </a:solidFill>
          <a:ln/>
        </p:spPr>
      </p:sp>
      <p:sp>
        <p:nvSpPr>
          <p:cNvPr id="11" name="Text 9"/>
          <p:cNvSpPr/>
          <p:nvPr/>
        </p:nvSpPr>
        <p:spPr>
          <a:xfrm>
            <a:off x="7768947" y="1551384"/>
            <a:ext cx="259318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86286" y="1377910"/>
            <a:ext cx="2275523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Summary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386286" y="1800225"/>
            <a:ext cx="502122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Human-readable incident overview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533680" y="2382798"/>
            <a:ext cx="6069568" cy="1062633"/>
          </a:xfrm>
          <a:prstGeom prst="roundRect">
            <a:avLst>
              <a:gd name="adj" fmla="val 24413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56540" y="2405658"/>
            <a:ext cx="691753" cy="1016913"/>
          </a:xfrm>
          <a:prstGeom prst="roundRect">
            <a:avLst>
              <a:gd name="adj" fmla="val 33536"/>
            </a:avLst>
          </a:prstGeom>
          <a:solidFill>
            <a:srgbClr val="D4E9F7"/>
          </a:solidFill>
          <a:ln/>
        </p:spPr>
      </p:sp>
      <p:sp>
        <p:nvSpPr>
          <p:cNvPr id="16" name="Text 14"/>
          <p:cNvSpPr/>
          <p:nvPr/>
        </p:nvSpPr>
        <p:spPr>
          <a:xfrm>
            <a:off x="7768947" y="2752011"/>
            <a:ext cx="259318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86286" y="2578537"/>
            <a:ext cx="2275523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Root Cause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8386286" y="3000851"/>
            <a:ext cx="502122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Precise technical diagnosis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533680" y="3583424"/>
            <a:ext cx="6069568" cy="1062633"/>
          </a:xfrm>
          <a:prstGeom prst="roundRect">
            <a:avLst>
              <a:gd name="adj" fmla="val 24413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56540" y="3606284"/>
            <a:ext cx="691753" cy="1016913"/>
          </a:xfrm>
          <a:prstGeom prst="roundRect">
            <a:avLst>
              <a:gd name="adj" fmla="val 33536"/>
            </a:avLst>
          </a:prstGeom>
          <a:solidFill>
            <a:srgbClr val="D4E9F7"/>
          </a:solidFill>
          <a:ln/>
        </p:spPr>
      </p:sp>
      <p:sp>
        <p:nvSpPr>
          <p:cNvPr id="21" name="Text 19"/>
          <p:cNvSpPr/>
          <p:nvPr/>
        </p:nvSpPr>
        <p:spPr>
          <a:xfrm>
            <a:off x="7768947" y="3952637"/>
            <a:ext cx="259318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86286" y="3779163"/>
            <a:ext cx="2275523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Severity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8386286" y="4201478"/>
            <a:ext cx="502122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Critical / High / Medium / Low classification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533680" y="4784050"/>
            <a:ext cx="6069568" cy="1062633"/>
          </a:xfrm>
          <a:prstGeom prst="roundRect">
            <a:avLst>
              <a:gd name="adj" fmla="val 24413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56540" y="4806910"/>
            <a:ext cx="691753" cy="1016913"/>
          </a:xfrm>
          <a:prstGeom prst="roundRect">
            <a:avLst>
              <a:gd name="adj" fmla="val 33536"/>
            </a:avLst>
          </a:prstGeom>
          <a:solidFill>
            <a:srgbClr val="D4E9F7"/>
          </a:solidFill>
          <a:ln/>
        </p:spPr>
      </p:sp>
      <p:sp>
        <p:nvSpPr>
          <p:cNvPr id="26" name="Text 24"/>
          <p:cNvSpPr/>
          <p:nvPr/>
        </p:nvSpPr>
        <p:spPr>
          <a:xfrm>
            <a:off x="7768947" y="5153263"/>
            <a:ext cx="259318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386286" y="4979789"/>
            <a:ext cx="2275523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Immediate Actions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8386286" y="5402104"/>
            <a:ext cx="502122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Step-by-step remediation for on-call engineers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533680" y="5984677"/>
            <a:ext cx="6069568" cy="1062633"/>
          </a:xfrm>
          <a:prstGeom prst="roundRect">
            <a:avLst>
              <a:gd name="adj" fmla="val 24413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56540" y="6007537"/>
            <a:ext cx="691753" cy="1016913"/>
          </a:xfrm>
          <a:prstGeom prst="roundRect">
            <a:avLst>
              <a:gd name="adj" fmla="val 33536"/>
            </a:avLst>
          </a:prstGeom>
          <a:solidFill>
            <a:srgbClr val="D4E9F7"/>
          </a:solidFill>
          <a:ln/>
        </p:spPr>
      </p:sp>
      <p:sp>
        <p:nvSpPr>
          <p:cNvPr id="31" name="Text 29"/>
          <p:cNvSpPr/>
          <p:nvPr/>
        </p:nvSpPr>
        <p:spPr>
          <a:xfrm>
            <a:off x="7768947" y="6353889"/>
            <a:ext cx="259318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386286" y="6180415"/>
            <a:ext cx="2275523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Long-Term Fixes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8386286" y="6602730"/>
            <a:ext cx="502122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recommendations to prevent recurrence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679" y="548640"/>
            <a:ext cx="5042892" cy="6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System Architecture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48" y="1518047"/>
            <a:ext cx="13179504" cy="56833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12268" y="6113638"/>
            <a:ext cx="3147180" cy="393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Store &amp; Notify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1612268" y="4798038"/>
            <a:ext cx="3147180" cy="393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 Analysis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612268" y="3495728"/>
            <a:ext cx="3147180" cy="393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SNS → Lambda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1612268" y="2180130"/>
            <a:ext cx="3147180" cy="393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Alarm Detected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670679" y="7391995"/>
            <a:ext cx="13289042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fully automated, event-driven serverless architecture — every component hands off seamlessly to the next with no manual touchpoints.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89071" y="659249"/>
            <a:ext cx="3787021" cy="473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End-to-End Workflow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2089071" y="1323737"/>
            <a:ext cx="575548" cy="863441"/>
          </a:xfrm>
          <a:prstGeom prst="roundRect">
            <a:avLst>
              <a:gd name="adj" fmla="val 36005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68855" y="1620560"/>
            <a:ext cx="215860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2760107" y="1467564"/>
            <a:ext cx="1893451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Alarm Triggered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2760107" y="1761411"/>
            <a:ext cx="9781223" cy="191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CloudWatch detects threshold breach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89071" y="2282666"/>
            <a:ext cx="575548" cy="863441"/>
          </a:xfrm>
          <a:prstGeom prst="roundRect">
            <a:avLst>
              <a:gd name="adj" fmla="val 36005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68855" y="2579489"/>
            <a:ext cx="215860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2760107" y="2426494"/>
            <a:ext cx="1893451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SNS Event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760107" y="2720340"/>
            <a:ext cx="9781223" cy="191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Notification published to SNS topic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89071" y="3241596"/>
            <a:ext cx="575548" cy="863441"/>
          </a:xfrm>
          <a:prstGeom prst="roundRect">
            <a:avLst>
              <a:gd name="adj" fmla="val 36005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8855" y="3538418"/>
            <a:ext cx="215860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760107" y="3385423"/>
            <a:ext cx="1893451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Lambda Processes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760107" y="3679269"/>
            <a:ext cx="9781223" cy="191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Serverless function invoked automatically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89071" y="4200525"/>
            <a:ext cx="575548" cy="863441"/>
          </a:xfrm>
          <a:prstGeom prst="roundRect">
            <a:avLst>
              <a:gd name="adj" fmla="val 36005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8855" y="4497348"/>
            <a:ext cx="215860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2760107" y="4344353"/>
            <a:ext cx="2130147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Logs Fetched &amp; Sanitised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760107" y="4638199"/>
            <a:ext cx="9781223" cy="191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Raw logs retrieved and scrubbed of sensitive data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89071" y="5159454"/>
            <a:ext cx="575548" cy="863441"/>
          </a:xfrm>
          <a:prstGeom prst="roundRect">
            <a:avLst>
              <a:gd name="adj" fmla="val 36005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8855" y="5456277"/>
            <a:ext cx="215860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2760107" y="5303282"/>
            <a:ext cx="1893451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 Analyses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2760107" y="5597128"/>
            <a:ext cx="9781223" cy="191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Bedrock + OpenRouter generate full incident brief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89071" y="6118384"/>
            <a:ext cx="575548" cy="863441"/>
          </a:xfrm>
          <a:prstGeom prst="roundRect">
            <a:avLst>
              <a:gd name="adj" fmla="val 36005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68855" y="6415207"/>
            <a:ext cx="215860" cy="269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6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2760107" y="6262211"/>
            <a:ext cx="1893451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Slack Alert Sent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2760107" y="6556057"/>
            <a:ext cx="9781223" cy="191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insight delivered to team channel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089071" y="7089338"/>
            <a:ext cx="10452259" cy="480893"/>
          </a:xfrm>
          <a:prstGeom prst="roundRect">
            <a:avLst>
              <a:gd name="adj" fmla="val 44888"/>
            </a:avLst>
          </a:prstGeom>
          <a:solidFill>
            <a:srgbClr val="BEDFF3"/>
          </a:solidFill>
          <a:ln/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898" y="7288054"/>
            <a:ext cx="179784" cy="14382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2556510" y="7220783"/>
            <a:ext cx="9840992" cy="191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⚡ Complete pipeline executes in </a:t>
            </a:r>
            <a:r>
              <a:rPr lang="en-US" sz="11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~5–7 seconds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from alarm trigger to Slack delivery.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075736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 Stack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3221712"/>
            <a:ext cx="676513" cy="6765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05570" y="3221712"/>
            <a:ext cx="212812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Cloud — AWS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705570" y="3707844"/>
            <a:ext cx="2128123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CloudWatch, SNS, Lambda, DynamoDB, Secrets Manager, IAM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4442" y="3221712"/>
            <a:ext cx="676513" cy="6765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51703" y="3221712"/>
            <a:ext cx="2128123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Backend — Python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051703" y="4064079"/>
            <a:ext cx="2128123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Lambda functions handling orchestration, log fetching, and AI integration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0574" y="3221712"/>
            <a:ext cx="676513" cy="6765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97835" y="3221712"/>
            <a:ext cx="2128123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 — Bedrock + OpenRouter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397835" y="4064079"/>
            <a:ext cx="2128123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 models powering root cause analysis and incident summarisation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6707" y="3221712"/>
            <a:ext cx="676513" cy="6765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743968" y="3221712"/>
            <a:ext cx="2128123" cy="106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DevOps — Terraform + GitHub Actions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1743968" y="4420314"/>
            <a:ext cx="2128123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Infrastructure as code with fully automated CI/CD deployment pipelines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884515"/>
            <a:ext cx="606159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Security &amp; Performance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168378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Security Controls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510" y="2371606"/>
            <a:ext cx="324922" cy="3249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2326" y="236493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Log Sanitisation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462326" y="2851071"/>
            <a:ext cx="348674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sensitive data ever reaches the AI model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1020" y="2371606"/>
            <a:ext cx="324922" cy="3249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23836" y="236493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Secrets Manager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923836" y="2851071"/>
            <a:ext cx="348674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credentials stored and rotated securely via AWS Secrets Manager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2530" y="2371606"/>
            <a:ext cx="324922" cy="32492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385346" y="236493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Least-Privilege IAM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0385346" y="2851071"/>
            <a:ext cx="348674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service granted only the permissions it requires — nothing more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758309" y="421612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Performance &amp; Cost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58309" y="5005507"/>
            <a:ext cx="6421517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5–7s</a:t>
            </a:r>
            <a:endParaRPr lang="en-US" sz="5600" dirty="0"/>
          </a:p>
        </p:txBody>
      </p:sp>
      <p:sp>
        <p:nvSpPr>
          <p:cNvPr id="15" name="Text 10"/>
          <p:cNvSpPr/>
          <p:nvPr/>
        </p:nvSpPr>
        <p:spPr>
          <a:xfrm>
            <a:off x="2543651" y="599110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Response Time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8309" y="6477238"/>
            <a:ext cx="64215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Alarm to Slack insight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7450574" y="5005507"/>
            <a:ext cx="6421517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$30</a:t>
            </a:r>
            <a:endParaRPr lang="en-US" sz="5600" dirty="0"/>
          </a:p>
        </p:txBody>
      </p:sp>
      <p:sp>
        <p:nvSpPr>
          <p:cNvPr id="18" name="Text 13"/>
          <p:cNvSpPr/>
          <p:nvPr/>
        </p:nvSpPr>
        <p:spPr>
          <a:xfrm>
            <a:off x="9235916" y="599110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Monthly Cost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7450574" y="6477238"/>
            <a:ext cx="64215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~$25–35/month serverless pricing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758309" y="7067669"/>
            <a:ext cx="13113782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Serverless architecture scales automatically with load — no over-provisioning, no idle costs.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8037" y="1719263"/>
            <a:ext cx="4366855" cy="458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Conclusion &amp; Future Scope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488037" y="2402086"/>
            <a:ext cx="1834753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What We've Built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88037" y="2732365"/>
            <a:ext cx="3913942" cy="979527"/>
          </a:xfrm>
          <a:prstGeom prst="roundRect">
            <a:avLst>
              <a:gd name="adj" fmla="val 2135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5079" y="2879408"/>
            <a:ext cx="1834753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Faster Resolution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35079" y="3198376"/>
            <a:ext cx="3619857" cy="36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Incidents detected and explained in seconds, not hours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8037" y="3801547"/>
            <a:ext cx="3913942" cy="979527"/>
          </a:xfrm>
          <a:prstGeom prst="roundRect">
            <a:avLst>
              <a:gd name="adj" fmla="val 2135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079" y="3948589"/>
            <a:ext cx="1834753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Less Manual Work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5079" y="4267557"/>
            <a:ext cx="3619857" cy="36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eliminates repetitive log-diving and root cause guesswork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8037" y="4870728"/>
            <a:ext cx="3913942" cy="979527"/>
          </a:xfrm>
          <a:prstGeom prst="roundRect">
            <a:avLst>
              <a:gd name="adj" fmla="val 21355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079" y="5017770"/>
            <a:ext cx="1834753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Greater Reliability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35079" y="5336738"/>
            <a:ext cx="3619857" cy="36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Consistent, structured responses improve overall system resilience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749641" y="2402086"/>
            <a:ext cx="1834753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What's Next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889063" y="2941439"/>
            <a:ext cx="139422" cy="755094"/>
          </a:xfrm>
          <a:prstGeom prst="roundRect">
            <a:avLst>
              <a:gd name="adj" fmla="val 15002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49641" y="2849999"/>
            <a:ext cx="418267" cy="418267"/>
          </a:xfrm>
          <a:prstGeom prst="roundRect">
            <a:avLst>
              <a:gd name="adj" fmla="val 10930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4178" y="2954655"/>
            <a:ext cx="209074" cy="20907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57562" y="2871788"/>
            <a:ext cx="1834753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Auto-Remediation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257562" y="3190756"/>
            <a:ext cx="3406021" cy="36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Self-healing systems that resolve known issues autonomously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098137" y="3995380"/>
            <a:ext cx="139422" cy="755094"/>
          </a:xfrm>
          <a:prstGeom prst="roundRect">
            <a:avLst>
              <a:gd name="adj" fmla="val 15002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958715" y="3903940"/>
            <a:ext cx="418267" cy="418267"/>
          </a:xfrm>
          <a:prstGeom prst="roundRect">
            <a:avLst>
              <a:gd name="adj" fmla="val 10930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63252" y="4008596"/>
            <a:ext cx="209074" cy="20907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66636" y="3925729"/>
            <a:ext cx="1946910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Predictive AI Monitoring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5466636" y="4244697"/>
            <a:ext cx="3196947" cy="36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Anticipate failures before they occur using pattern recognition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307330" y="5049322"/>
            <a:ext cx="139422" cy="755094"/>
          </a:xfrm>
          <a:prstGeom prst="roundRect">
            <a:avLst>
              <a:gd name="adj" fmla="val 15002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167908" y="4957882"/>
            <a:ext cx="418267" cy="418267"/>
          </a:xfrm>
          <a:prstGeom prst="roundRect">
            <a:avLst>
              <a:gd name="adj" fmla="val 109308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72445" y="5062537"/>
            <a:ext cx="209074" cy="20907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75828" y="4979670"/>
            <a:ext cx="1834753" cy="229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Multi-Cloud Support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675828" y="5298638"/>
            <a:ext cx="2987754" cy="36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Extend the pipeline beyond AWS to GCP, Azure, and hybrid environments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88037" y="6052185"/>
            <a:ext cx="8167926" cy="458033"/>
          </a:xfrm>
          <a:prstGeom prst="roundRect">
            <a:avLst>
              <a:gd name="adj" fmla="val 45668"/>
            </a:avLst>
          </a:prstGeom>
          <a:solidFill>
            <a:srgbClr val="BEDFF3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459" y="6241494"/>
            <a:ext cx="174308" cy="13942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41189" y="6176605"/>
            <a:ext cx="7575352" cy="183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🚀 </a:t>
            </a:r>
            <a:r>
              <a:rPr lang="en-US" sz="10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alert → insight → action in seconds.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641</Words>
  <Application>Microsoft Office PowerPoint</Application>
  <PresentationFormat>Custom</PresentationFormat>
  <Paragraphs>129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Barlow Bold</vt:lpstr>
      <vt:lpstr>Montserrat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Pradeepa G</dc:creator>
  <cp:lastModifiedBy>Pradeepa G</cp:lastModifiedBy>
  <cp:revision>2</cp:revision>
  <dcterms:created xsi:type="dcterms:W3CDTF">2026-04-01T04:32:54Z</dcterms:created>
  <dcterms:modified xsi:type="dcterms:W3CDTF">2026-04-01T07:48:09Z</dcterms:modified>
</cp:coreProperties>
</file>